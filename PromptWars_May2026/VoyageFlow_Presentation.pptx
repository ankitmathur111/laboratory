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oyageflow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45720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VOYAGEFLOW</a:t>
            </a:r>
          </a:p>
          <a:p>
            <a:pPr>
              <a:spcBef>
                <a:spcPts val="1000"/>
              </a:spcBef>
              <a:defRPr sz="2800" b="1">
                <a:solidFill>
                  <a:srgbClr val="FF9933"/>
                </a:solidFill>
                <a:latin typeface="Arial"/>
              </a:defRPr>
            </a:pPr>
            <a:r>
              <a:t>Dynamic AI Travel Planner</a:t>
            </a:r>
          </a:p>
          <a:p>
            <a:pPr>
              <a:spcBef>
                <a:spcPts val="2000"/>
              </a:spcBef>
              <a:defRPr sz="1600">
                <a:solidFill>
                  <a:srgbClr val="C8D2E6"/>
                </a:solidFill>
                <a:latin typeface="Arial"/>
              </a:defRPr>
            </a:pPr>
            <a:r>
              <a:t>A Premium Spatiotemporal Constraint Solver &amp; Real-Time Event Simulator</a:t>
            </a:r>
          </a:p>
          <a:p>
            <a:pPr>
              <a:spcBef>
                <a:spcPts val="3000"/>
              </a:spcBef>
              <a:defRPr sz="1400" i="1">
                <a:solidFill>
                  <a:srgbClr val="A0B4D2"/>
                </a:solidFill>
                <a:latin typeface="Arial"/>
              </a:defRPr>
            </a:pPr>
            <a:r>
              <a:t>Hosted fully Serverless in WebAssembly on Vercel Edge</a:t>
            </a:r>
          </a:p>
          <a:p>
            <a:pPr>
              <a:spcBef>
                <a:spcPts val="1000"/>
              </a:spcBef>
              <a:defRPr sz="1400" b="1">
                <a:solidFill>
                  <a:srgbClr val="FF9933"/>
                </a:solidFill>
                <a:latin typeface="Arial"/>
              </a:defRPr>
            </a:pPr>
            <a:r>
              <a:t>Prompt Wars May 2026 Submission by Ankit Mathur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8A"/>
                </a:solidFill>
                <a:latin typeface="Arial"/>
              </a:defRPr>
            </a:pPr>
            <a:r>
              <a:t>Dynamic AI Travel Re-invented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933"/>
                </a:solidFill>
                <a:latin typeface="Arial"/>
              </a:defRPr>
            </a:pPr>
            <a:r>
              <a:t>Bridging multi-constraint spatial optimization with real-time disruption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B1B3D"/>
                </a:solidFill>
              </a:defRPr>
            </a:pPr>
            <a:r>
              <a:t>• 🧭 Tailored Constraint Satisfaction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Dynamically filters and prioritizes geographic points-of-interest based on budget tiers, personal interest weights, wheelchair accessibility requirements, and dietary restrictions.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0B1B3D"/>
                </a:solidFill>
              </a:defRPr>
            </a:pPr>
            <a:r>
              <a:t>• 🗺️ Haversine Coordinate Optimization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Resolves traveling route efficiency starting from hotel coords, optimizing lunch/dinner stops nearby, and strictly validating hourly opening times.</a:t>
            </a:r>
          </a:p>
          <a:p>
            <a:pPr>
              <a:spcBef>
                <a:spcPts val="1200"/>
              </a:spcBef>
              <a:defRPr sz="1600" b="1">
                <a:solidFill>
                  <a:srgbClr val="0B1B3D"/>
                </a:solidFill>
              </a:defRPr>
            </a:pPr>
            <a:r>
              <a:t>• ⚡ Real-Time Active Disruption Simulator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Simulates storms, transit delays, fatigue, and sudden attraction closures on the fly, auto-replanning remaining day slots seamlessly.</a:t>
            </a:r>
          </a:p>
          <a:p>
            <a:pPr>
              <a:spcBef>
                <a:spcPts val="1200"/>
              </a:spcBef>
              <a:defRPr sz="1600" b="1">
                <a:solidFill>
                  <a:srgbClr val="0B1B3D"/>
                </a:solidFill>
              </a:defRPr>
            </a:pPr>
            <a:r>
              <a:t>• 🌐 Pure Client-Side Edge Execution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Bundled using Stlite WebAssembly to run entirely in the browser, eliminating cold starts, WebSocket limits, and server costs on Vercel.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554480"/>
            <a:ext cx="4754880" cy="4663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ynamic_re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43891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8A"/>
                </a:solidFill>
                <a:latin typeface="Arial"/>
              </a:defRPr>
            </a:pPr>
            <a:r>
              <a:t>Heuristic Spatiotemporal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933"/>
                </a:solidFill>
                <a:latin typeface="Arial"/>
              </a:defRPr>
            </a:pPr>
            <a:r>
              <a:t>How VoyageFlow designs a perfect, zero-conflict day-by-day travel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3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Nearest-Neighbor TSP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Starts each day at hotel location coordinates.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Selects the next highest interest-matched sight close by.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Calculates walking/driving/transit duration and fare on the fly.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Minimizes cumulative transit lag dynamically.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3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7744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Constraint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301752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Interest Weighting: Dynamically ranks places based on user vibes.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Time-Window Matching: Assures arrival + duration matches opening hours.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Pace Control: Limits daily stops (Relaxed 2-3, Moderate 4-5, Packed 6+).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8288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3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37744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Dietary &amp; Health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1752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Selects budget &amp; dietary-compliant restaurants (Vegan, Halal, Gluten-Free).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Integrates lunch (12:30 PM) and dinner stops near coordinates.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• Excludes inaccessible landmarks for wheelchair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8A"/>
                </a:solidFill>
                <a:latin typeface="Arial"/>
              </a:defRPr>
            </a:pPr>
            <a:r>
              <a:t>Real-Time Disruption &amp; Replanning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933"/>
                </a:solidFill>
                <a:latin typeface="Arial"/>
              </a:defRPr>
            </a:pPr>
            <a:r>
              <a:t>Intercepting real-world events and running delta-optimizations in milliseconds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🌧️ Torrential Rain 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Arial"/>
              </a:defRPr>
            </a:pPr>
            <a:r>
              <a:t>Scans subsequent daily slots, automatically replaces all outdoor attractions with pre-seeded indoor alternatives (or cozy coffee shelters), and recalculates routes.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12064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⏱️ Transit &amp; Flight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Arial"/>
              </a:defRPr>
            </a:pPr>
            <a:r>
              <a:t>Shifts subsequent timelines forward. If an activity is pushed past its closing hours, it automatically drops the lowest-priority spot and stretches the remaining schedule.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12064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🚧 Landmark Closed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Arial"/>
              </a:defRPr>
            </a:pPr>
            <a:r>
              <a:t>Removes the affected attraction instantly. Searches for nearby equivalent interest matches, seamlessly re-sequencing the transit segments and budget on the fly.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023360"/>
            <a:ext cx="512064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🥱 Traveler Fatigue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Arial"/>
              </a:defRPr>
            </a:pPr>
            <a:r>
              <a:t>Detects high exhaustion levels. Drops strenuous high-effort sights, inserts coffee rest slots, and pulls forward the hotel return time for quick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8A"/>
                </a:solidFill>
                <a:latin typeface="Arial"/>
              </a:defRPr>
            </a:pPr>
            <a:r>
              <a:t>Premium Glassmorphic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933"/>
                </a:solidFill>
                <a:latin typeface="Arial"/>
              </a:defRPr>
            </a:pPr>
            <a:r>
              <a:t>Vibrant modern aesthetics designed to wow the traveler at first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23160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057400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Legibility &amp; Contrast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057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Arial"/>
              </a:defRPr>
            </a:pPr>
            <a:r>
              <a:t>Strictly adheres to White primary and Navy Blue secondary styling. Entirely avoids light gray text/borders on white backgrounds to ensure flawless visual accessibility.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3864" y="1645920"/>
            <a:ext cx="2423160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66744" y="1828800"/>
            <a:ext cx="2057400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21031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3D PyDeck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2926080"/>
            <a:ext cx="2057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Arial"/>
              </a:defRPr>
            </a:pPr>
            <a:r>
              <a:t>Integrates Mapbox Light styling overlaid with sequential orange paths, deep navy location labels, and emerald restaurant marker dots.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645920"/>
            <a:ext cx="2423160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828800"/>
            <a:ext cx="2057400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Interactive Budgets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26080"/>
            <a:ext cx="2057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Arial"/>
              </a:defRPr>
            </a:pPr>
            <a:r>
              <a:t>Displays real-time custom Plotly Pie charts outlining financial resource allocation (Hotel, Dining, Activities, Transit fares).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1645920"/>
            <a:ext cx="2423160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71432" y="1828800"/>
            <a:ext cx="2057400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210312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B3D"/>
                </a:solidFill>
                <a:latin typeface="Arial"/>
              </a:defRPr>
            </a:pPr>
            <a:r>
              <a:t>HTML Timelines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926080"/>
            <a:ext cx="2057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Arial"/>
              </a:defRPr>
            </a:pPr>
            <a:r>
              <a:t>Renders beautiful scrolling custom timelines with color-coded badges, visual efforts, and structured travel and rest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Serverless WebAssembly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933"/>
                </a:solidFill>
                <a:latin typeface="Arial"/>
              </a:defRPr>
            </a:pPr>
            <a:r>
              <a:t>Running complex Python dashboards on the Edge without backend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9933"/>
                </a:solidFill>
              </a:defRPr>
            </a:pPr>
            <a:r>
              <a:t>• The Serverless Barrier</a:t>
            </a:r>
          </a:p>
          <a:p>
            <a:pPr>
              <a:spcBef>
                <a:spcPts val="400"/>
              </a:spcBef>
              <a:defRPr sz="1300">
                <a:solidFill>
                  <a:srgbClr val="DCE6F5"/>
                </a:solidFill>
              </a:defRPr>
            </a:pPr>
            <a:r>
              <a:t>Standard Streamlit apps require active persistent servers and active WebSockets, which are fundamentally incompatible with Vercel's stateless, ephemeral backend functions.</a:t>
            </a:r>
          </a:p>
          <a:p>
            <a:pPr>
              <a:spcBef>
                <a:spcPts val="1400"/>
              </a:spcBef>
              <a:defRPr sz="1600" b="1">
                <a:solidFill>
                  <a:srgbClr val="FF9933"/>
                </a:solidFill>
              </a:defRPr>
            </a:pPr>
            <a:r>
              <a:t>• The Stlite Breakthrough</a:t>
            </a:r>
          </a:p>
          <a:p>
            <a:pPr>
              <a:spcBef>
                <a:spcPts val="400"/>
              </a:spcBef>
              <a:defRPr sz="1300">
                <a:solidFill>
                  <a:srgbClr val="DCE6F5"/>
                </a:solidFill>
              </a:defRPr>
            </a:pPr>
            <a:r>
              <a:t>VoyageFlow bypasses this by utilizing Stlite to compile Streamlit and its heavy data suites (pandas, plotly, pydeck, pydantic) into WebAssembly (Pyodide).</a:t>
            </a:r>
          </a:p>
          <a:p>
            <a:pPr>
              <a:spcBef>
                <a:spcPts val="1400"/>
              </a:spcBef>
              <a:defRPr sz="1600" b="1">
                <a:solidFill>
                  <a:srgbClr val="FF9933"/>
                </a:solidFill>
              </a:defRPr>
            </a:pPr>
            <a:r>
              <a:t>• Single-File HTML Bundle</a:t>
            </a:r>
          </a:p>
          <a:p>
            <a:pPr>
              <a:spcBef>
                <a:spcPts val="400"/>
              </a:spcBef>
              <a:defRPr sz="1300">
                <a:solidFill>
                  <a:srgbClr val="DCE6F5"/>
                </a:solidFill>
              </a:defRPr>
            </a:pPr>
            <a:r>
              <a:t>A custom build compiler (`build_stlite.py`) compresses your complete source code structure into a single Base64 string embedded in a clean index.html.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9933"/>
                </a:solidFill>
              </a:defRPr>
            </a:pPr>
            <a:r>
              <a:t>• Vercel Routing Bypass</a:t>
            </a:r>
          </a:p>
          <a:p>
            <a:pPr>
              <a:spcBef>
                <a:spcPts val="400"/>
              </a:spcBef>
              <a:defRPr sz="1300">
                <a:solidFill>
                  <a:srgbClr val="DCE6F5"/>
                </a:solidFill>
              </a:defRPr>
            </a:pPr>
            <a:r>
              <a:t>Vercel's automatic Python detector tries to build app.py as an ASGI server, failing because Streamlit has no 'app' export. We bypassed this elegantly with static routing.</a:t>
            </a:r>
          </a:p>
          <a:p>
            <a:pPr>
              <a:spcBef>
                <a:spcPts val="1400"/>
              </a:spcBef>
              <a:defRPr sz="1600" b="1">
                <a:solidFill>
                  <a:srgbClr val="FF9933"/>
                </a:solidFill>
              </a:defRPr>
            </a:pPr>
            <a:r>
              <a:t>• Explicit Builds &amp; Ignores</a:t>
            </a:r>
          </a:p>
          <a:p>
            <a:pPr>
              <a:spcBef>
                <a:spcPts val="400"/>
              </a:spcBef>
              <a:defRPr sz="1300">
                <a:solidFill>
                  <a:srgbClr val="DCE6F5"/>
                </a:solidFill>
              </a:defRPr>
            </a:pPr>
            <a:r>
              <a:t>Added explicit vercel.json builders targeting only static index.html and added .vercelignore filters to isolate py scripts from Vercel's compiler.</a:t>
            </a:r>
          </a:p>
          <a:p>
            <a:pPr>
              <a:spcBef>
                <a:spcPts val="1400"/>
              </a:spcBef>
              <a:defRPr sz="1600" b="1">
                <a:solidFill>
                  <a:srgbClr val="FF9933"/>
                </a:solidFill>
              </a:defRPr>
            </a:pPr>
            <a:r>
              <a:t>• Global CDN Performance</a:t>
            </a:r>
          </a:p>
          <a:p>
            <a:pPr>
              <a:spcBef>
                <a:spcPts val="400"/>
              </a:spcBef>
              <a:defRPr sz="1300">
                <a:solidFill>
                  <a:srgbClr val="DCE6F5"/>
                </a:solidFill>
              </a:defRPr>
            </a:pPr>
            <a:r>
              <a:t>Because the app is fully static, it is cached on Vercel's global Edge Network, providing instant load times, zero server cost, and zero cold starts!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